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BLUEWINGS AIRLINES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Booking &amp; Servicing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WhatsApp- and PWA-first assistant that lets passengers check in, pick a seat, manage baggage, and cancel bookings — without calling the contact centre.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22North Product Engineering Challenge 2026  ·  Challenge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&lt;Team Name&gt;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0" y="1188720"/>
            <a:ext cx="1737360" cy="1737360"/>
          </a:xfrm>
          <a:prstGeom prst="ellipse">
            <a:avLst/>
          </a:prstGeom>
          <a:solidFill>
            <a:srgbClr val="142B52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0" y="1188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2A93B"/>
                </a:solidFill>
              </a:rPr>
              <a:t>✈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Contact-centre calls for things passengers could do themselves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BlueWings wants passengers to complete common booking and servicing journeys on WhatsApp and a Progressive Web App — not the phone.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build fewer journeys, but make each one feel like a real airline talking to you — real authentication, real step-up verification before risky actions, and a clean handoff to a human when the bot genuinely can't help.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D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9136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4462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journeys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384048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D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4760" y="39136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94760" y="4462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window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D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5148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" y="5696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intents before agent handoff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11880" y="507492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D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94760" y="5148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94760" y="5696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powering chat + REST API</a:t>
            </a:r>
            <a:endParaRPr lang="en-US" sz="1100" dirty="0"/>
          </a:p>
        </p:txBody>
      </p:sp>
      <p:pic>
        <p:nvPicPr>
          <p:cNvPr id="17" name="Image 0" descr="/tmp/screen1_welc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234440"/>
            <a:ext cx="2377440" cy="42793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BlueWings · Conversational Booking &amp; Servicing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journeys, chosen for volume and buildability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E5F6F0"/>
          </a:solidFill>
          <a:ln w="9525">
            <a:solidFill>
              <a:srgbClr val="E4E8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830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booking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+ last name — the entry point for everything else.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98064" y="160020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E5F6F0"/>
          </a:solidFill>
          <a:ln w="9525">
            <a:solidFill>
              <a:srgbClr val="E4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17830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status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962656" y="237744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highest-frequency pre-travel query.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47488" y="160020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EF6E7"/>
          </a:solidFill>
          <a:ln w="9525">
            <a:solidFill>
              <a:srgbClr val="E4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7830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+ seat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212080" y="237744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self-serve journey; replaces airport queues.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96912" y="160020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E5F6F0"/>
          </a:solidFill>
          <a:ln w="9525">
            <a:solidFill>
              <a:srgbClr val="E4E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1504" y="17830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baggage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61504" y="237744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revenue journey with simulated payment.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46336" y="160020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DECE9"/>
          </a:solidFill>
          <a:ln w="9525">
            <a:solidFill>
              <a:srgbClr val="E4E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0928" y="17830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+ refund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710928" y="237744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journey — requires OTP step-up auth.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this MVP: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bookings / fare search — servicing dominates airline call volume, not new sales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bookings &amp; special assistance — higher regulatory weight, routed to a human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redemption &amp; multi-currency — deferred; payments are simulated throughout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BlueWings · Conversational Booking &amp; Servicing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authentication, then everything is a quick reply away</a:t>
            </a:r>
            <a:endParaRPr lang="en-US" sz="2800" dirty="0"/>
          </a:p>
        </p:txBody>
      </p:sp>
      <p:pic>
        <p:nvPicPr>
          <p:cNvPr id="4" name="Image 0" descr="/home/claude/bluewings/docs/customer-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611" y="1600200"/>
            <a:ext cx="8647730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BlueWings · Conversational Booking &amp; Servicing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once, get a personal, ticket-style reply</a:t>
            </a:r>
            <a:endParaRPr lang="en-US" sz="2800" dirty="0"/>
          </a:p>
        </p:txBody>
      </p:sp>
      <p:pic>
        <p:nvPicPr>
          <p:cNvPr id="4" name="Image 0" descr="/tmp/screen2_au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63040"/>
            <a:ext cx="2651760" cy="4773168"/>
          </a:xfrm>
          <a:prstGeom prst="rect">
            <a:avLst/>
          </a:prstGeom>
        </p:spPr>
      </p:pic>
      <p:pic>
        <p:nvPicPr>
          <p:cNvPr id="5" name="Image 1" descr="/tmp/screen3_statu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23360" y="1463040"/>
            <a:ext cx="2651760" cy="4773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0880" y="18288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password, no app install to start — just PNR + last name in one message.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(flight status, boarding pass, cancellation) renders as a ticket-stub card, not a wall of text.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Quick-reply buttons keep the bot's menu discoverable without typing.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BlueWings · Conversational Booking &amp; Servicing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and seat selection, end to end in chat</a:t>
            </a:r>
            <a:endParaRPr lang="en-US" sz="2800" dirty="0"/>
          </a:p>
        </p:txBody>
      </p:sp>
      <p:pic>
        <p:nvPicPr>
          <p:cNvPr id="4" name="Image 0" descr="/tmp/screen4_s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63040"/>
            <a:ext cx="2651760" cy="4773168"/>
          </a:xfrm>
          <a:prstGeom prst="rect">
            <a:avLst/>
          </a:prstGeom>
        </p:spPr>
      </p:pic>
      <p:pic>
        <p:nvPicPr>
          <p:cNvPr id="5" name="Image 1" descr="/tmp/screen5_boardingpa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23360" y="1463040"/>
            <a:ext cx="2651760" cy="4773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0880" y="18288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passenger, then a seat — by preference ("window") or by tapping the live seat map.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and boarding pass issuance happen in the same turn once a seat is confirmed.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follows the same pattern, gated behind an OTP step-up before the refund is issued.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BlueWings · Conversational Booking &amp; Servicing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gateway, channel-agnostic underneath</a:t>
            </a:r>
            <a:endParaRPr lang="en-US" sz="2800" dirty="0"/>
          </a:p>
        </p:txBody>
      </p:sp>
      <p:pic>
        <p:nvPicPr>
          <p:cNvPr id="4" name="Image 0" descr="/home/claude/bluewings/docs/architectur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5035" y="1600200"/>
            <a:ext cx="7098883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BlueWings · Conversational Booking &amp; Servicing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API for channels, a REST API for the booking system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chat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 message; get reply + quick replies + widget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54480"/>
          <a:ext cx="53949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/bookings/:pnr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/flights/:fn/status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/bookings/:pnr/seatmap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/bookings/:pnr/passengers/:id/seat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/bookings/:pnr/passengers/:id/checkin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/bookings/:pnr/otp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/bookings/:pnr/cancel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/bookings/:pnr/passengers/:id/baggage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263640" y="1298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booking API (/api/v1/…) mirrors a real airline PSS/DCS contract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8640" y="1298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API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BlueWings · Conversational Booking &amp; Servicing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real, what's simulated, and why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data is mocked in-memory, standing in for real PSS/DCS APIs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(baggage, refunds) are simulated per challenge constraints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is simulated — code shown in-chat instead of sent via SMS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represented by a WhatsApp-styled PWA (Business API needs Meta approval we can't obtain in 48h)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recognition is rule-based, not LLM-based, for a fast, deterministic demo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made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NLU over an LLM — deterministic and free to demo, less flexible with phrasing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Express server (API + PWA) over separate deployments — simpler to run in 48h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data over a real database — fine for a stateless demo, not durable across restarts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BlueWings · Conversational Booking &amp; Servicing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production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2B52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WhatsApp Business API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integration on the same /api/chat contract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2B52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intent &amp; entity extraction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225856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graceful fallback to the current rule engine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2B52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New-booking &amp; fare search journey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6758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loyalty redemption and multi-currency support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2B52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246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store + horizontal scale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36758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Redis/Postgres session &amp; booking 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2B52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634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OTP &amp; payment gateway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093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CPaaS SMS/WhatsApp OTP, live payment provider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2B52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6634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messaging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0" y="5093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delay/gate-change alerts instead of purely reactive chat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walk through the live demo.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BlueWings Conversational Booking &amp; Servicing</dc:title>
  <dc:subject>PptxGenJS Presentation</dc:subject>
  <dc:creator>Team</dc:creator>
  <cp:lastModifiedBy>Team</cp:lastModifiedBy>
  <cp:revision>1</cp:revision>
  <dcterms:created xsi:type="dcterms:W3CDTF">2026-07-02T05:25:12Z</dcterms:created>
  <dcterms:modified xsi:type="dcterms:W3CDTF">2026-07-02T05:25:12Z</dcterms:modified>
</cp:coreProperties>
</file>